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7213"/>
    <a:srgbClr val="6D9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82" d="100"/>
          <a:sy n="82" d="100"/>
        </p:scale>
        <p:origin x="680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FC4F6-7E3F-5540-13E2-E9C1077BB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00C30-F219-F97C-2510-1891885FB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F0B7F-8B1F-CFDB-0706-2F78086F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A44C-88F0-A0E3-369D-2A05CB842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B24B5-6AF3-123A-2E49-B4ACBBAC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2137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E4A1-4944-5F6F-1517-9B2C425D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DE61E-B8C9-0842-2246-FC6AD73DD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E96E6-04DC-FB37-E1A0-70319D0C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F2BB0-41BC-BB64-4B9A-E01621C02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4C348-740D-BAD9-AE38-A23104B2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68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7ABA-E076-DFD9-6971-D62982E2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BE2A5-6699-31F3-FC84-205A82CC3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AD78D-E1D8-B84C-A3E4-D61559D0C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627A0-4EF6-D0D0-B36B-25E69226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8EBFE-1C10-E591-92B0-A99B8AFB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2021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F575-C8F7-34D3-E6E9-5D0570E1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7632D-E26C-CE49-DCE4-C67861497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A5AEC-8E82-DFC5-AD48-F7117915D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55C5F-3A76-A6CA-B3BA-C0206357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2F0C0-EDAB-E2B6-EBBF-1C1D605F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CA987-072B-BB27-30C4-3C6E7B98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36998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D75D-BF0D-1CBB-4AAE-18F72460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789FC-48C7-2C0A-CF0E-4C31BC800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9403D-26AF-FB64-B855-0D0744F10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A36CF5-D68A-B63F-1C20-34C3FD8EB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59AC52-70A3-5CD5-03EC-D3AEB59AB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E1B5A-2D4D-547E-7C83-DF6B30A0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421E9E-57E0-8AD2-752F-F708311BD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9A989-004C-424B-F6CE-26D8D9D72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37191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304A-C57B-1345-D9D3-1253ACF7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A707A3-8AED-41C0-EC15-8501EB2FF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5E3E9-14D3-FAA2-2AB2-1DCEEF38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F2EC6-546D-CDBA-9ED1-46E1441D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57454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16B82-623F-F25D-BD1D-EBBDAFA7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32773-8738-2C73-853C-55C50257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C9EF3-40BF-1050-7F42-FB7657FF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14875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8D29-D251-6D7D-FC5F-7B70F5AD4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5CA31-23CB-0536-1109-A6B926B62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A8F5E-E642-D03B-BAB5-590A494B5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F4EA8-0325-89D0-01B8-B74AD122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27B02-6A30-914B-5097-2C1A5452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CA725-2F2D-B78A-4D31-14969ECC8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26479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4DA1-023E-44F2-01B2-89311382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F6395-3724-FED1-3576-FC650259A3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8FF6A-6657-0FD6-8ECD-000CF3634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D7AA7-F246-145B-D17B-28D71805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2C15C-0BE6-9AA0-5EB8-A3FAF66E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F6073-28A6-A6D1-5C0C-A5320730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6166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AC9E-1FF5-EF76-050D-15804BFC5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65AA5-57DB-960F-DFF1-AB4CA625D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507CF-3290-47D2-4796-3B452CC0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9EFF-48BF-A828-403E-ED2F3BBC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E8185-51B8-86FF-6C75-2CC741301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30906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F906D9-ED48-514C-3705-A8C644AD5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4459A-0DD3-A81C-803B-4183B8A1E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033C1-509F-EA36-D183-41482D52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85877-0B0D-0331-6421-ABBE2D411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411F-3829-813B-C85C-D71E4457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893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5698D-AAD3-F373-0044-6FDF5043E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AD9C6-00E3-B366-1708-764371538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FF983-3B74-15E7-7630-83E9385E0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4FDF3-4552-6843-A339-699647C1F4CE}" type="datetimeFigureOut">
              <a:rPr lang="en-CH" smtClean="0"/>
              <a:t>15.05.2026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FAD0E-15FE-F344-E2E2-995396DAC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B3C50-CE91-A203-35F1-521AB6D3B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72BAF-9AC7-D04C-A3E6-3495C788831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5909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9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E9085CF6-C590-B02A-51CC-2B505309BC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17497376 w 21868737"/>
              <a:gd name="csY0" fmla="*/ 1951 h 6875154"/>
              <a:gd name="csX1" fmla="*/ 18987803 w 21868737"/>
              <a:gd name="csY1" fmla="*/ 1951 h 6875154"/>
              <a:gd name="csX2" fmla="*/ 18987803 w 21868737"/>
              <a:gd name="csY2" fmla="*/ 6875154 h 6875154"/>
              <a:gd name="csX3" fmla="*/ 17497376 w 21868737"/>
              <a:gd name="csY3" fmla="*/ 6875154 h 6875154"/>
              <a:gd name="csX4" fmla="*/ 14516519 w 21868737"/>
              <a:gd name="csY4" fmla="*/ 1951 h 6875154"/>
              <a:gd name="csX5" fmla="*/ 16006948 w 21868737"/>
              <a:gd name="csY5" fmla="*/ 1951 h 6875154"/>
              <a:gd name="csX6" fmla="*/ 16006948 w 21868737"/>
              <a:gd name="csY6" fmla="*/ 6875154 h 6875154"/>
              <a:gd name="csX7" fmla="*/ 14516519 w 21868737"/>
              <a:gd name="csY7" fmla="*/ 6875154 h 6875154"/>
              <a:gd name="csX8" fmla="*/ 11638059 w 21868737"/>
              <a:gd name="csY8" fmla="*/ 1951 h 6875154"/>
              <a:gd name="csX9" fmla="*/ 13128488 w 21868737"/>
              <a:gd name="csY9" fmla="*/ 1951 h 6875154"/>
              <a:gd name="csX10" fmla="*/ 13128488 w 21868737"/>
              <a:gd name="csY10" fmla="*/ 6875154 h 6875154"/>
              <a:gd name="csX11" fmla="*/ 11638059 w 21868737"/>
              <a:gd name="csY11" fmla="*/ 6875154 h 6875154"/>
              <a:gd name="csX12" fmla="*/ 5859317 w 21868737"/>
              <a:gd name="csY12" fmla="*/ 1951 h 6875154"/>
              <a:gd name="csX13" fmla="*/ 7349745 w 21868737"/>
              <a:gd name="csY13" fmla="*/ 1951 h 6875154"/>
              <a:gd name="csX14" fmla="*/ 7349745 w 21868737"/>
              <a:gd name="csY14" fmla="*/ 6875154 h 6875154"/>
              <a:gd name="csX15" fmla="*/ 5859317 w 21868737"/>
              <a:gd name="csY15" fmla="*/ 6875154 h 6875154"/>
              <a:gd name="csX16" fmla="*/ 2878461 w 21868737"/>
              <a:gd name="csY16" fmla="*/ 1951 h 6875154"/>
              <a:gd name="csX17" fmla="*/ 4368889 w 21868737"/>
              <a:gd name="csY17" fmla="*/ 1951 h 6875154"/>
              <a:gd name="csX18" fmla="*/ 4368889 w 21868737"/>
              <a:gd name="csY18" fmla="*/ 6875154 h 6875154"/>
              <a:gd name="csX19" fmla="*/ 2878461 w 21868737"/>
              <a:gd name="csY19" fmla="*/ 6875154 h 6875154"/>
              <a:gd name="csX20" fmla="*/ 0 w 21868737"/>
              <a:gd name="csY20" fmla="*/ 1951 h 6875154"/>
              <a:gd name="csX21" fmla="*/ 1490429 w 21868737"/>
              <a:gd name="csY21" fmla="*/ 1951 h 6875154"/>
              <a:gd name="csX22" fmla="*/ 1490429 w 21868737"/>
              <a:gd name="csY22" fmla="*/ 6875154 h 6875154"/>
              <a:gd name="csX23" fmla="*/ 0 w 21868737"/>
              <a:gd name="csY23" fmla="*/ 6875154 h 6875154"/>
              <a:gd name="csX24" fmla="*/ 20378309 w 21868737"/>
              <a:gd name="csY24" fmla="*/ 0 h 6875154"/>
              <a:gd name="csX25" fmla="*/ 21868737 w 21868737"/>
              <a:gd name="csY25" fmla="*/ 0 h 6875154"/>
              <a:gd name="csX26" fmla="*/ 21868737 w 21868737"/>
              <a:gd name="csY26" fmla="*/ 6873203 h 6875154"/>
              <a:gd name="csX27" fmla="*/ 20378309 w 21868737"/>
              <a:gd name="csY27" fmla="*/ 6873203 h 6875154"/>
              <a:gd name="csX28" fmla="*/ 8740250 w 21868737"/>
              <a:gd name="csY28" fmla="*/ 0 h 6875154"/>
              <a:gd name="csX29" fmla="*/ 10230678 w 21868737"/>
              <a:gd name="csY29" fmla="*/ 0 h 6875154"/>
              <a:gd name="csX30" fmla="*/ 10230678 w 21868737"/>
              <a:gd name="csY30" fmla="*/ 6873203 h 6875154"/>
              <a:gd name="csX31" fmla="*/ 8740250 w 21868737"/>
              <a:gd name="csY31" fmla="*/ 6873203 h 687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21868737" h="6875154">
                <a:moveTo>
                  <a:pt x="17497376" y="1951"/>
                </a:moveTo>
                <a:lnTo>
                  <a:pt x="18987803" y="1951"/>
                </a:lnTo>
                <a:lnTo>
                  <a:pt x="18987803" y="6875154"/>
                </a:lnTo>
                <a:lnTo>
                  <a:pt x="17497376" y="6875154"/>
                </a:lnTo>
                <a:close/>
                <a:moveTo>
                  <a:pt x="14516519" y="1951"/>
                </a:moveTo>
                <a:lnTo>
                  <a:pt x="16006948" y="1951"/>
                </a:lnTo>
                <a:lnTo>
                  <a:pt x="16006948" y="6875154"/>
                </a:lnTo>
                <a:lnTo>
                  <a:pt x="14516519" y="6875154"/>
                </a:lnTo>
                <a:close/>
                <a:moveTo>
                  <a:pt x="11638059" y="1951"/>
                </a:moveTo>
                <a:lnTo>
                  <a:pt x="13128488" y="1951"/>
                </a:lnTo>
                <a:lnTo>
                  <a:pt x="13128488" y="6875154"/>
                </a:lnTo>
                <a:lnTo>
                  <a:pt x="11638059" y="6875154"/>
                </a:lnTo>
                <a:close/>
                <a:moveTo>
                  <a:pt x="5859317" y="1951"/>
                </a:moveTo>
                <a:lnTo>
                  <a:pt x="7349745" y="1951"/>
                </a:lnTo>
                <a:lnTo>
                  <a:pt x="7349745" y="6875154"/>
                </a:lnTo>
                <a:lnTo>
                  <a:pt x="5859317" y="6875154"/>
                </a:lnTo>
                <a:close/>
                <a:moveTo>
                  <a:pt x="2878461" y="1951"/>
                </a:moveTo>
                <a:lnTo>
                  <a:pt x="4368889" y="1951"/>
                </a:lnTo>
                <a:lnTo>
                  <a:pt x="4368889" y="6875154"/>
                </a:lnTo>
                <a:lnTo>
                  <a:pt x="2878461" y="6875154"/>
                </a:lnTo>
                <a:close/>
                <a:moveTo>
                  <a:pt x="0" y="1951"/>
                </a:moveTo>
                <a:lnTo>
                  <a:pt x="1490429" y="1951"/>
                </a:lnTo>
                <a:lnTo>
                  <a:pt x="1490429" y="6875154"/>
                </a:lnTo>
                <a:lnTo>
                  <a:pt x="0" y="6875154"/>
                </a:lnTo>
                <a:close/>
                <a:moveTo>
                  <a:pt x="20378309" y="0"/>
                </a:moveTo>
                <a:lnTo>
                  <a:pt x="21868737" y="0"/>
                </a:lnTo>
                <a:lnTo>
                  <a:pt x="21868737" y="6873203"/>
                </a:lnTo>
                <a:lnTo>
                  <a:pt x="20378309" y="6873203"/>
                </a:lnTo>
                <a:close/>
                <a:moveTo>
                  <a:pt x="8740250" y="0"/>
                </a:moveTo>
                <a:lnTo>
                  <a:pt x="10230678" y="0"/>
                </a:lnTo>
                <a:lnTo>
                  <a:pt x="10230678" y="6873203"/>
                </a:lnTo>
                <a:lnTo>
                  <a:pt x="8740250" y="6873203"/>
                </a:lnTo>
                <a:close/>
              </a:path>
            </a:pathLst>
          </a:custGeom>
          <a:solidFill>
            <a:srgbClr val="4A7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BE848D-F0D8-C1FB-93D5-4A741C28EB70}"/>
              </a:ext>
            </a:extLst>
          </p:cNvPr>
          <p:cNvSpPr/>
          <p:nvPr/>
        </p:nvSpPr>
        <p:spPr>
          <a:xfrm>
            <a:off x="0" y="0"/>
            <a:ext cx="11390150" cy="685800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DF60C3-4A11-F4A1-94E7-0DCF11BDEC54}"/>
              </a:ext>
            </a:extLst>
          </p:cNvPr>
          <p:cNvCxnSpPr>
            <a:cxnSpLocks/>
            <a:stCxn id="13" idx="29"/>
          </p:cNvCxnSpPr>
          <p:nvPr/>
        </p:nvCxnSpPr>
        <p:spPr>
          <a:xfrm flipH="1">
            <a:off x="5687878" y="0"/>
            <a:ext cx="15809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01C769D-F2A8-483E-408B-E4C3D33D7E11}"/>
              </a:ext>
            </a:extLst>
          </p:cNvPr>
          <p:cNvSpPr/>
          <p:nvPr/>
        </p:nvSpPr>
        <p:spPr>
          <a:xfrm>
            <a:off x="4285592" y="2010905"/>
            <a:ext cx="2836190" cy="283619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72631B6-1AE0-5099-8074-C273267A49D8}"/>
              </a:ext>
            </a:extLst>
          </p:cNvPr>
          <p:cNvSpPr/>
          <p:nvPr/>
        </p:nvSpPr>
        <p:spPr>
          <a:xfrm>
            <a:off x="-1" y="1525249"/>
            <a:ext cx="2413416" cy="3807501"/>
          </a:xfrm>
          <a:custGeom>
            <a:avLst/>
            <a:gdLst>
              <a:gd name="csX0" fmla="*/ 1602306 w 2413416"/>
              <a:gd name="csY0" fmla="*/ 1867751 h 3807501"/>
              <a:gd name="csX1" fmla="*/ 1565468 w 2413416"/>
              <a:gd name="csY1" fmla="*/ 1903751 h 3807501"/>
              <a:gd name="csX2" fmla="*/ 1602306 w 2413416"/>
              <a:gd name="csY2" fmla="*/ 1939751 h 3807501"/>
              <a:gd name="csX3" fmla="*/ 1639144 w 2413416"/>
              <a:gd name="csY3" fmla="*/ 1903751 h 3807501"/>
              <a:gd name="csX4" fmla="*/ 1602306 w 2413416"/>
              <a:gd name="csY4" fmla="*/ 1867751 h 3807501"/>
              <a:gd name="csX5" fmla="*/ 0 w 2413416"/>
              <a:gd name="csY5" fmla="*/ 0 h 3807501"/>
              <a:gd name="csX6" fmla="*/ 2413416 w 2413416"/>
              <a:gd name="csY6" fmla="*/ 0 h 3807501"/>
              <a:gd name="csX7" fmla="*/ 2413416 w 2413416"/>
              <a:gd name="csY7" fmla="*/ 3807501 h 3807501"/>
              <a:gd name="csX8" fmla="*/ 0 w 2413416"/>
              <a:gd name="csY8" fmla="*/ 3807501 h 3807501"/>
              <a:gd name="csX9" fmla="*/ 0 w 2413416"/>
              <a:gd name="csY9" fmla="*/ 2975546 h 3807501"/>
              <a:gd name="csX10" fmla="*/ 824459 w 2413416"/>
              <a:gd name="csY10" fmla="*/ 2975546 h 3807501"/>
              <a:gd name="csX11" fmla="*/ 824459 w 2413416"/>
              <a:gd name="csY11" fmla="*/ 831953 h 3807501"/>
              <a:gd name="csX12" fmla="*/ 0 w 2413416"/>
              <a:gd name="csY12" fmla="*/ 831953 h 3807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413416" h="3807501">
                <a:moveTo>
                  <a:pt x="1602306" y="1867751"/>
                </a:moveTo>
                <a:cubicBezTo>
                  <a:pt x="1581961" y="1867751"/>
                  <a:pt x="1565468" y="1883869"/>
                  <a:pt x="1565468" y="1903751"/>
                </a:cubicBezTo>
                <a:cubicBezTo>
                  <a:pt x="1565468" y="1923633"/>
                  <a:pt x="1581961" y="1939751"/>
                  <a:pt x="1602306" y="1939751"/>
                </a:cubicBezTo>
                <a:cubicBezTo>
                  <a:pt x="1622651" y="1939751"/>
                  <a:pt x="1639144" y="1923633"/>
                  <a:pt x="1639144" y="1903751"/>
                </a:cubicBezTo>
                <a:cubicBezTo>
                  <a:pt x="1639144" y="1883869"/>
                  <a:pt x="1622651" y="1867751"/>
                  <a:pt x="1602306" y="1867751"/>
                </a:cubicBezTo>
                <a:close/>
                <a:moveTo>
                  <a:pt x="0" y="0"/>
                </a:moveTo>
                <a:lnTo>
                  <a:pt x="2413416" y="0"/>
                </a:lnTo>
                <a:lnTo>
                  <a:pt x="2413416" y="3807501"/>
                </a:lnTo>
                <a:lnTo>
                  <a:pt x="0" y="3807501"/>
                </a:lnTo>
                <a:lnTo>
                  <a:pt x="0" y="2975546"/>
                </a:lnTo>
                <a:lnTo>
                  <a:pt x="824459" y="2975546"/>
                </a:lnTo>
                <a:lnTo>
                  <a:pt x="824459" y="831953"/>
                </a:lnTo>
                <a:lnTo>
                  <a:pt x="0" y="831953"/>
                </a:lnTo>
                <a:close/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H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D2D469-DD2F-545D-E5EC-B6BDE3422552}"/>
              </a:ext>
            </a:extLst>
          </p:cNvPr>
          <p:cNvSpPr>
            <a:spLocks noChangeAspect="1"/>
          </p:cNvSpPr>
          <p:nvPr/>
        </p:nvSpPr>
        <p:spPr>
          <a:xfrm>
            <a:off x="5658944" y="3399483"/>
            <a:ext cx="73675" cy="7200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53AC1F3-7E13-0191-7C08-1CE8C39844E9}"/>
              </a:ext>
            </a:extLst>
          </p:cNvPr>
          <p:cNvSpPr/>
          <p:nvPr/>
        </p:nvSpPr>
        <p:spPr>
          <a:xfrm flipH="1">
            <a:off x="8978150" y="1495732"/>
            <a:ext cx="2412000" cy="3807501"/>
          </a:xfrm>
          <a:custGeom>
            <a:avLst/>
            <a:gdLst>
              <a:gd name="csX0" fmla="*/ 1602306 w 2413416"/>
              <a:gd name="csY0" fmla="*/ 1867751 h 3807501"/>
              <a:gd name="csX1" fmla="*/ 1565468 w 2413416"/>
              <a:gd name="csY1" fmla="*/ 1903751 h 3807501"/>
              <a:gd name="csX2" fmla="*/ 1602306 w 2413416"/>
              <a:gd name="csY2" fmla="*/ 1939751 h 3807501"/>
              <a:gd name="csX3" fmla="*/ 1639144 w 2413416"/>
              <a:gd name="csY3" fmla="*/ 1903751 h 3807501"/>
              <a:gd name="csX4" fmla="*/ 1602306 w 2413416"/>
              <a:gd name="csY4" fmla="*/ 1867751 h 3807501"/>
              <a:gd name="csX5" fmla="*/ 0 w 2413416"/>
              <a:gd name="csY5" fmla="*/ 0 h 3807501"/>
              <a:gd name="csX6" fmla="*/ 2413416 w 2413416"/>
              <a:gd name="csY6" fmla="*/ 0 h 3807501"/>
              <a:gd name="csX7" fmla="*/ 2413416 w 2413416"/>
              <a:gd name="csY7" fmla="*/ 3807501 h 3807501"/>
              <a:gd name="csX8" fmla="*/ 0 w 2413416"/>
              <a:gd name="csY8" fmla="*/ 3807501 h 3807501"/>
              <a:gd name="csX9" fmla="*/ 0 w 2413416"/>
              <a:gd name="csY9" fmla="*/ 2975546 h 3807501"/>
              <a:gd name="csX10" fmla="*/ 824459 w 2413416"/>
              <a:gd name="csY10" fmla="*/ 2975546 h 3807501"/>
              <a:gd name="csX11" fmla="*/ 824459 w 2413416"/>
              <a:gd name="csY11" fmla="*/ 831953 h 3807501"/>
              <a:gd name="csX12" fmla="*/ 0 w 2413416"/>
              <a:gd name="csY12" fmla="*/ 831953 h 3807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413416" h="3807501">
                <a:moveTo>
                  <a:pt x="1602306" y="1867751"/>
                </a:moveTo>
                <a:cubicBezTo>
                  <a:pt x="1581961" y="1867751"/>
                  <a:pt x="1565468" y="1883869"/>
                  <a:pt x="1565468" y="1903751"/>
                </a:cubicBezTo>
                <a:cubicBezTo>
                  <a:pt x="1565468" y="1923633"/>
                  <a:pt x="1581961" y="1939751"/>
                  <a:pt x="1602306" y="1939751"/>
                </a:cubicBezTo>
                <a:cubicBezTo>
                  <a:pt x="1622651" y="1939751"/>
                  <a:pt x="1639144" y="1923633"/>
                  <a:pt x="1639144" y="1903751"/>
                </a:cubicBezTo>
                <a:cubicBezTo>
                  <a:pt x="1639144" y="1883869"/>
                  <a:pt x="1622651" y="1867751"/>
                  <a:pt x="1602306" y="1867751"/>
                </a:cubicBezTo>
                <a:close/>
                <a:moveTo>
                  <a:pt x="0" y="0"/>
                </a:moveTo>
                <a:lnTo>
                  <a:pt x="2413416" y="0"/>
                </a:lnTo>
                <a:lnTo>
                  <a:pt x="2413416" y="3807501"/>
                </a:lnTo>
                <a:lnTo>
                  <a:pt x="0" y="3807501"/>
                </a:lnTo>
                <a:lnTo>
                  <a:pt x="0" y="2975546"/>
                </a:lnTo>
                <a:lnTo>
                  <a:pt x="824459" y="2975546"/>
                </a:lnTo>
                <a:lnTo>
                  <a:pt x="824459" y="831953"/>
                </a:lnTo>
                <a:lnTo>
                  <a:pt x="0" y="831953"/>
                </a:lnTo>
                <a:close/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8424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Bärtschi Jay (baertjay)</dc:creator>
  <cp:lastModifiedBy>Bärtschi Jay (baertjay)</cp:lastModifiedBy>
  <cp:revision>2</cp:revision>
  <dcterms:created xsi:type="dcterms:W3CDTF">2026-05-15T13:03:04Z</dcterms:created>
  <dcterms:modified xsi:type="dcterms:W3CDTF">2026-05-15T14:34:25Z</dcterms:modified>
</cp:coreProperties>
</file>